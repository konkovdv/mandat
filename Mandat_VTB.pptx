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90137de3-f457-e778-371c-174fdfb7bd0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5f7e4d2d-ec77-754e-ed88-9c60a8a5150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585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585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2026-10-13T13:56:38Z</dcterms:created>
  <dcterms:modified xsi:type="dcterms:W3CDTF">2026-10-13T13:56:38Z</dcterms:modified>
</cp:coreProperties>
</file>