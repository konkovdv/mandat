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d1c3bb42-218e-f111-ed0f-c5e5a2436fd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31ed96b4-6521-7f77-ee4a-352d8d4fc437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«Мандат» подтверждает и ставит сигнал, а не отказывает.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корпоративных клиентов ВТБ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качество, Николай — за исследование и процесс, Алексей — за правовые нормы.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36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10, 05 и 11 из репозитория «Мандата»; данные вымышлены.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10 · ООО «Ясная поляна» · синтетические данные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(13.10.2026,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 — так задумано. Реальная доля ошибок — главный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36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312 автотестов, evidence.json от 13.10.2026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36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36 правил, 13 демо-кейсов, CLI и HTTP API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312 автотестов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правила, измерение, процесс и право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1737360" cy="1737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834640" y="160020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Коньков Дмитрий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2834640" y="203911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2834640" y="2606040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08776" y="1325880"/>
            <a:ext cx="5431536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3096" y="1600200"/>
            <a:ext cx="1737360" cy="17373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494776" y="160020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Конькова Елена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8494776" y="203911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494776" y="2606040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548640" y="3886200"/>
            <a:ext cx="5431536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5" name="photo" descr="Фото: Ляхов Николай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1737360" cy="17373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834640" y="416052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Ляхов Николай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2834640" y="459943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Владелец продукта и исследователь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2834640" y="5166360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Интервью, опрос, карта процесса, питч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6208776" y="3886200"/>
            <a:ext cx="5431536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20" name="photo" descr="Фото: Кузнецов Алексей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4160520"/>
            <a:ext cx="1737360" cy="17373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494776" y="416052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Кузнецов Алексей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8494776" y="459943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Юрист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8494776" y="5166360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Правила и нормы, разметка корпуса, юридические эффекты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18 октября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12.10.2026; «не проверяли» — открытых данных недостаточно для сравнения. Источники: vtb.ru/r/terms_mchd; kontur.ru/mchd; docs/COMPETITORS.md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1С-ЭДО, Контур.Доверенность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МЧД под документ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36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неутверждённое правило не опровергает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признаки безотзывной доверенности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R-CHR, R-TXT, R-PAP, R-SIG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текстовые полномочия, бумажная доверенность,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Четыре нормы,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79476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Смена директора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86000"/>
            <a:ext cx="21648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п. 1 ст. 188 ГК РФ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88920"/>
            <a:ext cx="216484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500" dirty="0"/>
          </a:p>
        </p:txBody>
      </p:sp>
      <p:sp>
        <p:nvSpPr>
          <p:cNvPr id="8" name="pill"/>
          <p:cNvSpPr/>
          <p:nvPr/>
        </p:nvSpPr>
        <p:spPr>
          <a:xfrm>
            <a:off x="777240" y="3840480"/>
            <a:ext cx="2164842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840480"/>
            <a:ext cx="21648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343400"/>
            <a:ext cx="2164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3371850" y="1325880"/>
            <a:ext cx="2622042" cy="379476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00450" y="1554480"/>
            <a:ext cx="2164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Отмена основной МЧД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00450" y="2286000"/>
            <a:ext cx="21648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п. 3 ст. 188 ГК РФ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00450" y="2788920"/>
            <a:ext cx="216484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500" dirty="0"/>
          </a:p>
        </p:txBody>
      </p:sp>
      <p:sp>
        <p:nvSpPr>
          <p:cNvPr id="15" name="pill"/>
          <p:cNvSpPr/>
          <p:nvPr/>
        </p:nvSpPr>
        <p:spPr>
          <a:xfrm>
            <a:off x="3600450" y="3840480"/>
            <a:ext cx="2164842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00450" y="3840480"/>
            <a:ext cx="21648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600450" y="4343400"/>
            <a:ext cx="2164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каскад по всей цепочке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195060" y="1325880"/>
            <a:ext cx="2622042" cy="379476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423660" y="1554480"/>
            <a:ext cx="2164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Срок не указан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423660" y="2286000"/>
            <a:ext cx="21648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п. 1 ст. 186 ГК РФ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23660" y="2788920"/>
            <a:ext cx="216484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500" dirty="0"/>
          </a:p>
        </p:txBody>
      </p:sp>
      <p:sp>
        <p:nvSpPr>
          <p:cNvPr id="22" name="pill"/>
          <p:cNvSpPr/>
          <p:nvPr/>
        </p:nvSpPr>
        <p:spPr>
          <a:xfrm>
            <a:off x="6423660" y="3840480"/>
            <a:ext cx="2164842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23660" y="3840480"/>
            <a:ext cx="21648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423660" y="4343400"/>
            <a:ext cx="2164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400" dirty="0"/>
          </a:p>
        </p:txBody>
      </p:sp>
      <p:sp>
        <p:nvSpPr>
          <p:cNvPr id="25" name="card"/>
          <p:cNvSpPr/>
          <p:nvPr/>
        </p:nvSpPr>
        <p:spPr>
          <a:xfrm>
            <a:off x="9018270" y="1325880"/>
            <a:ext cx="2622042" cy="379476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246870" y="1554480"/>
            <a:ext cx="2164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Передоверие с утратой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246870" y="2286000"/>
            <a:ext cx="21648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признак ПрУтрПолн = 2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246870" y="2788920"/>
            <a:ext cx="216484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500" dirty="0"/>
          </a:p>
        </p:txBody>
      </p:sp>
      <p:sp>
        <p:nvSpPr>
          <p:cNvPr id="29" name="pill"/>
          <p:cNvSpPr/>
          <p:nvPr/>
        </p:nvSpPr>
        <p:spPr>
          <a:xfrm>
            <a:off x="9246870" y="3840480"/>
            <a:ext cx="2164842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246870" y="3840480"/>
            <a:ext cx="21648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246870" y="4343400"/>
            <a:ext cx="2164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400" dirty="0"/>
          </a:p>
        </p:txBody>
      </p:sp>
      <p:sp>
        <p:nvSpPr>
          <p:cNvPr id="32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актуальный статус сам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зелёных,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Закрыт без токена: 503, неверный токен — 401; лимит тела, CSP на отчёте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проверяют сертифицированные СКЗИ банка через порт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опросы банков 2022 и 2025 (данные поставщика ПО)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стоимость проверки корпоративного клиента у 54% банков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банков теряли клиентов из-за медленного подключения в 2025 году (опрос Fenergo;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36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36 правил, журнал, мониторинг, удостоверения. Заглушки — источники данных; каждый отчёт сам это показывает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«на разбор» получат сотрудники?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корпусе 61%, на реальном потоке — вторая метрика пилота с порогом банка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312 автотестов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12.10.2026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2026-10-13T09:49:32Z</dcterms:created>
  <dcterms:modified xsi:type="dcterms:W3CDTF">2026-10-13T09:49:32Z</dcterms:modified>
</cp:coreProperties>
</file>