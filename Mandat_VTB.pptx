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dafa199d-4ecb-7b22-1ebd-69f42d177d0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e50200b7-bd51-a77a-2e29-236081daeec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корпоративных клиентов ВТБ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 — так задумано. Реальная доля ошибок — главный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584 автотеста,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584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18 октября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неутверждённое правило не опровергает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признаки безотзывной доверенности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R-CHR, R-TXT, R-PAP, R-SIG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текстовые полномочия, бумажная доверенность,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Четыре нормы,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Смена директора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188 ГК РФ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500" dirty="0"/>
          </a:p>
        </p:txBody>
      </p:sp>
      <p:sp>
        <p:nvSpPr>
          <p:cNvPr id="8" name="pill"/>
          <p:cNvSpPr/>
          <p:nvPr/>
        </p:nvSpPr>
        <p:spPr>
          <a:xfrm>
            <a:off x="77724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37185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045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Отмена основной МЧД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0045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3 ст. 188 ГК РФ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0045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360045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045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0045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каскад по всей цепочке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9506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2366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Срок не указан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2366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186 ГК РФ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2366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500" dirty="0"/>
          </a:p>
        </p:txBody>
      </p:sp>
      <p:sp>
        <p:nvSpPr>
          <p:cNvPr id="22" name="pill"/>
          <p:cNvSpPr/>
          <p:nvPr/>
        </p:nvSpPr>
        <p:spPr>
          <a:xfrm>
            <a:off x="642366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366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2366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901827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4687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Передоверие с утратой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4687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 ПрУтрПолн = 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24687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500" dirty="0"/>
          </a:p>
        </p:txBody>
      </p:sp>
      <p:sp>
        <p:nvSpPr>
          <p:cNvPr id="29" name="pill"/>
          <p:cNvSpPr/>
          <p:nvPr/>
        </p:nvSpPr>
        <p:spPr>
          <a:xfrm>
            <a:off x="924687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687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4687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актуальный статус сам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зелёных,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Закрыт без токена: 503, неверный токен — 401; лимит тела, CSP на отчёте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проверяют сертифицированные СКЗИ банка через порт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опросы банков 2022 и 2025 (данные поставщика ПО)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стоимость проверки корпоративного клиента у 54% банков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подключения в 2025 году (опрос Fenergo;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584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12.10.2026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2026-10-13T12:43:01Z</dcterms:created>
  <dcterms:modified xsi:type="dcterms:W3CDTF">2026-10-13T12:43:01Z</dcterms:modified>
</cp:coreProperties>
</file>