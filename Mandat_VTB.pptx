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c676c9ee-fe05-524d-6924-e86738b3036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b2623680-25d9-8a8e-7c62-e60e33e9473b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корпоративных клиентов ВТБ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качество, Николай — за исследование и процесс, Алексей — за правовые нормы.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(13.10.2026,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 — так задумано. Реальная доля ошибок — главный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585 автотестов, evidence.json от 13.10.2026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585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правила, измерение, процесс и право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1737360" cy="1737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834640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 Дмитрий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2834640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834640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08776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3096" y="1600200"/>
            <a:ext cx="1737360" cy="1737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94776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Конькова Елена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8494776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494776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5" name="photo" descr="Фото: Ляхов Никола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37360" cy="17373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34640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Ляхов Николай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2834640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Владелец продукта и исследователь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834640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Интервью, опрос, карта процесса, питч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6208776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20" name="photo" descr="Фото: Кузнецов Алексей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4160520"/>
            <a:ext cx="1737360" cy="1737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494776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Кузнецов Алексей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8494776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Юрист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8494776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Правила и нормы, разметка корпуса, юридические эффекты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18 октября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неутверждённое правило не опровергает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признаки безотзывной доверенности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R-CHR, R-TXT, R-PAP, R-SIG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текстовые полномочия, бумажная доверенность,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Четыре нормы,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Смена директора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п. 1 ст. 188 ГК РФ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500" dirty="0"/>
          </a:p>
        </p:txBody>
      </p:sp>
      <p:sp>
        <p:nvSpPr>
          <p:cNvPr id="8" name="pill"/>
          <p:cNvSpPr/>
          <p:nvPr/>
        </p:nvSpPr>
        <p:spPr>
          <a:xfrm>
            <a:off x="77724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337185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0045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Отмена основной МЧД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0045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п. 3 ст. 188 ГК РФ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0045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500" dirty="0"/>
          </a:p>
        </p:txBody>
      </p:sp>
      <p:sp>
        <p:nvSpPr>
          <p:cNvPr id="15" name="pill"/>
          <p:cNvSpPr/>
          <p:nvPr/>
        </p:nvSpPr>
        <p:spPr>
          <a:xfrm>
            <a:off x="360045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0045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60045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каскад по всей цепочке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19506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2366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Срок не указан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2366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п. 1 ст. 186 ГК РФ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2366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500" dirty="0"/>
          </a:p>
        </p:txBody>
      </p:sp>
      <p:sp>
        <p:nvSpPr>
          <p:cNvPr id="22" name="pill"/>
          <p:cNvSpPr/>
          <p:nvPr/>
        </p:nvSpPr>
        <p:spPr>
          <a:xfrm>
            <a:off x="642366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2366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2366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901827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4687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Передоверие с утратой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24687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признак ПрУтрПолн = 2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24687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500" dirty="0"/>
          </a:p>
        </p:txBody>
      </p:sp>
      <p:sp>
        <p:nvSpPr>
          <p:cNvPr id="29" name="pill"/>
          <p:cNvSpPr/>
          <p:nvPr/>
        </p:nvSpPr>
        <p:spPr>
          <a:xfrm>
            <a:off x="924687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4687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24687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400" dirty="0"/>
          </a:p>
        </p:txBody>
      </p:sp>
      <p:sp>
        <p:nvSpPr>
          <p:cNvPr id="32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актуальный статус сам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зелёных,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Закрыт без токена: 503, неверный токен — 401; лимит тела, CSP на отчёте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проверяют сертифицированные СКЗИ банка через порт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опросы банков 2022 и 2025 (данные поставщика ПО)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стоимость проверки корпоративного клиента у 54% банков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банков теряли клиентов из-за медленного подключения в 2025 году (опрос Fenergo;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12.10.2026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2026-10-13T12:48:25Z</dcterms:created>
  <dcterms:modified xsi:type="dcterms:W3CDTF">2026-10-13T12:48:25Z</dcterms:modified>
</cp:coreProperties>
</file>