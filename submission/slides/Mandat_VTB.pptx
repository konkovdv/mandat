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edb45d78-0ae2-328f-1092-d177ba8f755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dbf914e0-87f8-13d4-492f-bdb675a3bb7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1327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1327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2026-10-16T03:05:22Z</dcterms:created>
  <dcterms:modified xsi:type="dcterms:W3CDTF">2026-10-16T03:05:22Z</dcterms:modified>
</cp:coreProperties>
</file>