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02fe680b-f766-bdea-d2e2-156163dec35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f2683107-17d1-7a35-9d04-002fb970f2f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1070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1070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2026-10-15T20:09:57Z</dcterms:created>
  <dcterms:modified xsi:type="dcterms:W3CDTF">2026-10-15T20:09:57Z</dcterms:modified>
</cp:coreProperties>
</file>