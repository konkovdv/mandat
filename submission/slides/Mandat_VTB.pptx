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4d49ef39-379d-207e-65b5-a97f6dd6656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1c60aae3-3a1b-11a7-dfc1-7f27ab5759c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1200 автотестов,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1200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2026-10-16T00:57:14Z</dcterms:created>
  <dcterms:modified xsi:type="dcterms:W3CDTF">2026-10-16T00:57:14Z</dcterms:modified>
</cp:coreProperties>
</file>