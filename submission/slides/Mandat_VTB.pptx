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0d487e5d-13d1-27a9-c751-c94e621acd1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f7d1debb-f8d1-30ff-679c-814fc922e812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1375 автотестов,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1375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Мандат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2026-10-16T05:04:36Z</dcterms:created>
  <dcterms:modified xsi:type="dcterms:W3CDTF">2026-10-16T05:04:36Z</dcterms:modified>
</cp:coreProperties>
</file>