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f585a702-c565-2666-f758-4276dcef3cf4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594c04b9-7859-769d-6a4b-888bb57d7350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(15.10.2026,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1070 автотестов, evidence.json от 15.10.2026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1070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1070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1070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2026-10-15T19:56:53Z</dcterms:created>
  <dcterms:modified xsi:type="dcterms:W3CDTF">2026-10-15T19:56:53Z</dcterms:modified>
</cp:coreProperties>
</file>