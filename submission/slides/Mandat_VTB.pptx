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22c27a8-95a2-0db7-65aa-e810fff8150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965baedc-fa4e-333e-4bcb-8b7541b7b7d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1223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1223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1223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1223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2026-10-16T01:41:07Z</dcterms:created>
  <dcterms:modified xsi:type="dcterms:W3CDTF">2026-10-16T01:41:07Z</dcterms:modified>
</cp:coreProperties>
</file>