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b733024e-17e0-d39e-5ffd-d3d1d1a97a69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0b3574ea-ab51-573b-5032-320213aaa677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(16.10.2026,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1244 автотеста, evidence.json от 16.10.2026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1244 автотеста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1244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1244 автотеста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2026-10-16T02:27:01Z</dcterms:created>
  <dcterms:modified xsi:type="dcterms:W3CDTF">2026-10-16T02:27:01Z</dcterms:modified>
</cp:coreProperties>
</file>