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a0fb3028-9cb1-9984-4b58-a88d97928eb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7ab746f4-3934-4728-2c8a-126ab9e2593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1258 автотестов,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1258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1258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1258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2026-10-16T02:35:14Z</dcterms:created>
  <dcterms:modified xsi:type="dcterms:W3CDTF">2026-10-16T02:35:14Z</dcterms:modified>
</cp:coreProperties>
</file>