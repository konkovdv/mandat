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bad9cb6-33b4-c080-6420-df99a9f1cd1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f4038696-e2b8-d4d1-2579-932cc2e4e61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1041 автотест,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1041 автотест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1041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1041 автотест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2026-10-15T19:38:36Z</dcterms:created>
  <dcterms:modified xsi:type="dcterms:W3CDTF">2026-10-15T19:38:36Z</dcterms:modified>
</cp:coreProperties>
</file>