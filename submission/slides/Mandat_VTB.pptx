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6555bb59-6f1a-7227-a94c-e7581679f3d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a24dda74-dd30-1bee-cce2-d63489ded22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1354 автотеста,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1354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1354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1354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Мандат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2026-10-16T04:40:37Z</dcterms:created>
  <dcterms:modified xsi:type="dcterms:W3CDTF">2026-10-16T04:40:37Z</dcterms:modified>
</cp:coreProperties>
</file>