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6bb615af-586c-67e6-9e1d-f8f149c08bac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c97908d9-0cb3-3cc7-733a-ff1d9408aec5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D3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клиентов ВТБ — предприятий и предпринимателей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ЕГРЮЛ, ЕФРСБ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качество. Юридическую проверку правил планируем с юристом банка на пилоте.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onkovDV/Mandat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X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сами; событие для антифрода подписано по Standard Webhooks.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(15.10.2026,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080760" y="1417320"/>
          <a:ext cx="537667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человеку: без проверки КЭП и разметки устава стенд не говорит «да». Реальная доля ошибок —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345936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1057 автотестов, evidence.json от 15.10.2026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 с ролями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удостоверений, банкротство по данным кейса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1057 автотестов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ЕГРЮЛ, ЕФРСБ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 и измерение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88239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" y="1920240"/>
            <a:ext cx="1828800" cy="1828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1411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 Дмитрий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21411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5671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7735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1920240"/>
            <a:ext cx="1828800" cy="1828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0907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Конькова Елена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60907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5167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pPr algn="l" indent="0" marL="0">
              <a:spcAft>
                <a:spcPts val="800"/>
              </a:spcAft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финала 11 декабря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14.10.2026; «не проверяли» — открытых данных недостаточно. Источники: vtb.ru/malyj-biznes/ukep/mchd; i.vkontur.ru/news/3157; developer.kontur.ru (PrevalidatePowerOfAttorney); docs/research/OSINT-2026-10-14.md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331720"/>
                <a:gridCol w="1783080"/>
                <a:gridCol w="277063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Контур.Диадок, 1С-ЭДО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даты МЧД и сертификат под документом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Полномочие подписанта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«Диадок не может» (Контур, по выдаче поиска)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критериев жюри — где в проекте ответ на каждый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Критерии трека MVP по Положению «Академии Финтеха» (шкала 0–2; редакция не подтверждена). docs/research/REQUIREMENTS_MATRIX.md, docs/research/OSINT-2026-10-14.md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669280"/>
                <a:gridCol w="304495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показываем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проверить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Готовность MVP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 одной командой, 14 демо-кейсов, CLI, HTTP API, Docker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./run-demo.sh; docker compose в CI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Техническая реализация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 и тестом, журнал Меркла, удостоверения со статусом, Cedar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1057 автотестов;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в ВТБ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ВТБ сам выпускает МЧД клиентам; порты под реестр, ЕФРСБ, СКЗИ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docs/PILOT.md: теневой режим 6 недель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Бизнес-модель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лицензия в контуре банка и поддержка правил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docs/ECONOMICS.md; сценарии C-15, C-16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Презентация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питч 3 минуты, демо 4 шага, трудные вопросы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docs/JURY.md; числа из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правило-черновик не опровергает и не подтверждает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6336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безотзывная доверенность, повтор документов и полей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ЕГРЮЛ, ИНН и СНИЛС разных людей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R-EIO-001…006, R-BNK-001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 и банкротство, выписка ЕГРЮЛ на дату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цепочка, звено на дату выдачи, нотариальная форма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R-CHR-001…002, R-TXT-001, R-PAP-001, R-SIG-001…002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неразобранный или неразмеченный устав, текстовые полномочия, бумажная доверенность, КЭП и подпись распоряжения руководителя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норм,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127-ФЗ, ст. 64, 94, 126;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Смена директора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188 ГК РФ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74980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ПОДТВЕРЖДЕНО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280355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00471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Отмена основной МЧД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00471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3 ст. 188 ГК РФ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0471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400" dirty="0"/>
          </a:p>
        </p:txBody>
      </p:sp>
      <p:sp>
        <p:nvSpPr>
          <p:cNvPr id="15" name="pill"/>
          <p:cNvSpPr/>
          <p:nvPr/>
        </p:nvSpPr>
        <p:spPr>
          <a:xfrm>
            <a:off x="300471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0471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0471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каскад по всей цепочке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05846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5962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Срок не указан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5962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186 ГК РФ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5962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400" dirty="0"/>
          </a:p>
        </p:txBody>
      </p:sp>
      <p:sp>
        <p:nvSpPr>
          <p:cNvPr id="22" name="pill"/>
          <p:cNvSpPr/>
          <p:nvPr/>
        </p:nvSpPr>
        <p:spPr>
          <a:xfrm>
            <a:off x="525962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962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НА РАЗБОР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5962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731337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453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Передоверие с утратой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51453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признак ПрУтрПолн = 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1453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400" dirty="0"/>
          </a:p>
        </p:txBody>
      </p:sp>
      <p:sp>
        <p:nvSpPr>
          <p:cNvPr id="29" name="pill"/>
          <p:cNvSpPr/>
          <p:nvPr/>
        </p:nvSpPr>
        <p:spPr>
          <a:xfrm>
            <a:off x="751453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453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51453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9568282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769450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Банкротство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769450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подп. 7 п. 1 ст. 188 ГК РФ; 127-ФЗ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769450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конкурсное производство и внешнее управление прекращают МЧД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9769450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69450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769450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наблюдение — на разбор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статус сам и отвергает подложенный старый список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зелёный,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strict: черновики правил и снимок ЕГРЮЛ из пакета там не подтверждают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Роли: оператор, рецензент, аудитор; чужой кейс не виден. Токены — только хеши, лимит частоты и тела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 и сборка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— через СКЗИ банка. В CI: закреплённые версии, pip-audit, SBOM и подписанное происхождение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отраслевые опросы 2022 и 2025 гг.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столько больше половины корпоративных банков тратят на одну KYC-проверку клиента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финансовых организаций (банки, управляющие активами, фонд-администраторы; Великобритания, США, Сингапур) за год до опроса теряли клиентов из-за медленного подключения (опрос Fenergo, август 2025;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ФИО, роли в API.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1057 автотестов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13.10.2026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57881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 и его нотариальная форма (п. 3 ст. 187);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127-ФЗ; подп. 7 п. 1 ст. 188 ГК РФ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банкротство доверителя или представителя: конкурсное производство и внешнее управление прекращают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2026-10-15T22:06:09Z</dcterms:created>
  <dcterms:modified xsi:type="dcterms:W3CDTF">2026-10-15T22:06:09Z</dcterms:modified>
</cp:coreProperties>
</file>