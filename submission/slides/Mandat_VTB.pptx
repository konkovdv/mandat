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94fdcb5b-2744-c1da-5911-f39808e84ae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cd3f8de5-9627-86a3-10d3-87768f92277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1280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1280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2026-10-16T02:54:13Z</dcterms:created>
  <dcterms:modified xsi:type="dcterms:W3CDTF">2026-10-16T02:54:13Z</dcterms:modified>
</cp:coreProperties>
</file>