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7e7ced5b-b294-a64f-536f-db0ad63a65a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349a1b66-d1fd-4c3a-005d-a9d95a08428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865 автотестов,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865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2026-10-14T10:40:11Z</dcterms:created>
  <dcterms:modified xsi:type="dcterms:W3CDTF">2026-10-14T10:40:11Z</dcterms:modified>
</cp:coreProperties>
</file>