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9d780934-b275-b381-c6c7-c7c5da043ce9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2fdc41bd-a6fc-1370-6260-2713234563aa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1017 автотестов,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1017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1017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1017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2026-10-15T18:07:13Z</dcterms:created>
  <dcterms:modified xsi:type="dcterms:W3CDTF">2026-10-15T18:07:13Z</dcterms:modified>
</cp:coreProperties>
</file>