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a6abdea-15ea-2a55-5854-1517b6515a5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e1021896-3eef-b70f-86a9-e68aef450b8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714 автотестов,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714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714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2026-10-14T07:56:24Z</dcterms:created>
  <dcterms:modified xsi:type="dcterms:W3CDTF">2026-10-14T07:56:24Z</dcterms:modified>
</cp:coreProperties>
</file>