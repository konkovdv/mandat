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5fe5125d-4a45-e0f0-7d3f-8be70f8fc87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6e7c9e75-98d4-6245-fa7b-35b90c9bc87e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(15.10.2026,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1091 автотест, evidence.json от 15.10.2026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1091 автотест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1091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1091 автотест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2026-10-15T20:24:18Z</dcterms:created>
  <dcterms:modified xsi:type="dcterms:W3CDTF">2026-10-15T20:24:18Z</dcterms:modified>
</cp:coreProperties>
</file>