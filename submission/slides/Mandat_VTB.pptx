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ffd5a99d-0788-4776-1727-360cefe60a9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e2f3cab9-1a54-b22a-856a-3c1d52c72cb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1046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1046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2026-10-15T19:59:12Z</dcterms:created>
  <dcterms:modified xsi:type="dcterms:W3CDTF">2026-10-15T19:59:12Z</dcterms:modified>
</cp:coreProperties>
</file>