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098ca3ff-248d-e2b7-ef77-b8108a82c59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1a4a41a-9323-ea34-e52c-574b792b1ac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1161 автотест,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1161 автотест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1161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1161 автотест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2026-10-15T23:30:46Z</dcterms:created>
  <dcterms:modified xsi:type="dcterms:W3CDTF">2026-10-15T23:30:46Z</dcterms:modified>
</cp:coreProperties>
</file>