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9770c435-96f5-4b2f-3590-68d222b0a4d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f2cec953-0b8c-b7f2-584f-625c45fc31be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(14.10.2026,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843 автотеста, evidence.json от 14.10.2026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843 автотеста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12.10.2026; «не проверяли» — открытых данных недостаточно для сравнения. Источники: vtb.ru/r/terms_mchd; kontur.ru/mchd; docs/COMPETITORS.md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1С-ЭДО, Контур.Доверенность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МЧД под документ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843 автотеста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2026-10-14T09:57:30Z</dcterms:created>
  <dcterms:modified xsi:type="dcterms:W3CDTF">2026-10-14T09:57:30Z</dcterms:modified>
</cp:coreProperties>
</file>