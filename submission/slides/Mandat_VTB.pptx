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5df47ccf-d680-d64b-2384-d8205528fd6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3396805c-37e2-2af3-4b83-e5f6e245235e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1172 автотеста,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1172 автотеста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1172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1172 автотеста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2026-10-15T23:40:32Z</dcterms:created>
  <dcterms:modified xsi:type="dcterms:W3CDTF">2026-10-15T23:40:32Z</dcterms:modified>
</cp:coreProperties>
</file>