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8189738-29d8-23c7-6350-7c6dc1c865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804d4a08-8f5b-8cbb-c992-948a533acc8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945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945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945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2026-10-15T15:37:48Z</dcterms:created>
  <dcterms:modified xsi:type="dcterms:W3CDTF">2026-10-15T15:37:48Z</dcterms:modified>
</cp:coreProperties>
</file>