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d18d559b-aa83-6f86-e8b6-f96edbe0e93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2e56231e-05e3-792c-ddcc-e3169e5f4541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960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960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2026-10-15T16:27:32Z</dcterms:created>
  <dcterms:modified xsi:type="dcterms:W3CDTF">2026-10-15T16:27:32Z</dcterms:modified>
</cp:coreProperties>
</file>