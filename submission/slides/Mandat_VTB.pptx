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bf049bfa-fff5-51ef-4412-d1d630dbd9d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9d0f4b84-f520-30d7-0002-57ae94ba881e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878 автотестов,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878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2026-10-15T13:31:27Z</dcterms:created>
  <dcterms:modified xsi:type="dcterms:W3CDTF">2026-10-15T13:31:27Z</dcterms:modified>
</cp:coreProperties>
</file>