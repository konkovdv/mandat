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5a462cf0-9153-9a8d-6d21-d4fb6511e94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769ae120-6d54-edac-92a0-07f3dbe558e4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(14.10.2026,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869 автотестов, evidence.json от 14.10.2026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869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869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869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2026-10-14T11:35:39Z</dcterms:created>
  <dcterms:modified xsi:type="dcterms:W3CDTF">2026-10-14T11:35:39Z</dcterms:modified>
</cp:coreProperties>
</file>