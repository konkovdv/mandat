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37305143-3b01-8f9a-f487-04bbd0dca96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68c3a76b-b1b4-eda4-2adb-cc3218d8be7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(14.10.2026,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865 автотестов, evidence.json от 14.10.2026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865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2026-10-14T10:47:41Z</dcterms:created>
  <dcterms:modified xsi:type="dcterms:W3CDTF">2026-10-14T10:47:41Z</dcterms:modified>
</cp:coreProperties>
</file>