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3df47ef4-420e-6e95-a2e3-4b3b67f10f5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048acd47-2ab3-4332-e2e4-e8823dc6d38f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≈1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872 автотеста,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872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2026-10-15T04:29:27Z</dcterms:created>
  <dcterms:modified xsi:type="dcterms:W3CDTF">2026-10-15T04:29:27Z</dcterms:modified>
</cp:coreProperties>
</file>