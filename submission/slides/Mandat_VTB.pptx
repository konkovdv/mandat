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f5813c45-1264-a1ef-b8f5-95890cb31b5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ce7bd8d7-9c2a-59a4-364f-877f447b8a6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993 автотеста,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993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993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993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2026-10-15T17:24:04Z</dcterms:created>
  <dcterms:modified xsi:type="dcterms:W3CDTF">2026-10-15T17:24:04Z</dcterms:modified>
</cp:coreProperties>
</file>