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768ba650-6f76-8537-3d3e-438fe988ae0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ccee6c03-cd82-2109-11d1-244cfb921af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1394 автотеста,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1394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1394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1394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Мандат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2026-10-16T05:23:38Z</dcterms:created>
  <dcterms:modified xsi:type="dcterms:W3CDTF">2026-10-16T05:23:38Z</dcterms:modified>
</cp:coreProperties>
</file>