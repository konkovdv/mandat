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674b779-a378-4a4d-66f2-f4d49f20a8c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557e5a9-74e6-1c1f-6b8a-a783ba2f5bf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1013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1013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1013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1013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2026-10-15T17:37:53Z</dcterms:created>
  <dcterms:modified xsi:type="dcterms:W3CDTF">2026-10-15T17:37:53Z</dcterms:modified>
</cp:coreProperties>
</file>