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fcfb8e35-0ca8-951b-6f4b-f5d068a1c83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e5022ebd-4817-3d3c-2e1b-ec8adceee6e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858 автотестов,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858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858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2026-10-14T10:33:01Z</dcterms:created>
  <dcterms:modified xsi:type="dcterms:W3CDTF">2026-10-14T10:33:01Z</dcterms:modified>
</cp:coreProperties>
</file>