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bb995f38-90ec-33dc-463c-26761da1221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afb5a857-fb11-677c-28c4-d3975fd3c326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1155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1155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1155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1155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2026-10-15T22:59:44Z</dcterms:created>
  <dcterms:modified xsi:type="dcterms:W3CDTF">2026-10-15T22:59:44Z</dcterms:modified>
</cp:coreProperties>
</file>