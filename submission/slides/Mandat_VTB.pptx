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ac5711d6-4320-f36e-f1b1-ef536d28966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5e639003-07f9-6d33-a565-45b5123af5bd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1099 автотестов,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1099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1099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1099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2026-10-15T22:03:49Z</dcterms:created>
  <dcterms:modified xsi:type="dcterms:W3CDTF">2026-10-15T22:03:49Z</dcterms:modified>
</cp:coreProperties>
</file>