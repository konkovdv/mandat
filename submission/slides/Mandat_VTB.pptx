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c698e1eb-7d10-9b6f-275a-bd41a8b3bb1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68eeefdd-8e4b-741a-0aa6-3c206428b117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(16.10.2026,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1222 автотеста, evidence.json от 16.10.2026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1222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1222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1222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2026-10-16T01:14:28Z</dcterms:created>
  <dcterms:modified xsi:type="dcterms:W3CDTF">2026-10-16T01:14:28Z</dcterms:modified>
</cp:coreProperties>
</file>