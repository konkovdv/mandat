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4693a4b6-3a05-6f31-48a7-615288a3960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22ce0d31-22ab-9efa-fc1c-08ab3f32df5e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(15.10.2026,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936 автотестов, evidence.json от 15.10.2026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936 автотестов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14.10.2026; «не проверяли» — открытых данных недостаточно. Источники: vtb.ru/malyj-biznes/ukep/mchd; i.vkontur.ru/news/3157; developer.kontur.ru (PrevalidatePowerOfAttorney); docs/research/OSINT-2026-10-14.md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Контур.Диадок, 1С-ЭДО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даты МЧД и сертификат под документом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Полномочие подписанта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«Диадок не может» (Контур, по выдаче поиска)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критериев жюри — где в проекте ответ на каждый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Критерии трека MVP по Положению «Академии Финтеха» (шкала 0–2; редакция не подтверждена). docs/research/REQUIREMENTS_MATRIX.md, docs/research/OSINT-2026-10-14.md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  <a:gridCol w="30449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показываем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проверить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Готовность MVP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одной командой, 14 демо-кейсов, CLI, HTTP API, Docker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./run-demo.sh; docker compose в CI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Техническая реализация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 и тестом, журнал Меркла, удостоверения со статусом, Cedar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936 автотестов;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в ВТБ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ВТБ сам выпускает МЧД клиентам; порты под реестр, ЕФРСБ, СКЗИ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docs/PILOT.md: теневой режим 6 недель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Бизнес-модель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лицензия в контуре банка и поддержка правил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docs/ECONOMICS.md; сценарии C-15, C-16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Презентация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питч 3 минуты, демо 4 шага, трудные вопросы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docs/JURY.md; числа из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936 автотестов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2026-10-15T15:05:55Z</dcterms:created>
  <dcterms:modified xsi:type="dcterms:W3CDTF">2026-10-15T15:05:55Z</dcterms:modified>
</cp:coreProperties>
</file>