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a7ef49d5-3875-3727-22b9-4387151783b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06907f38-e4ba-44b6-1f5a-c25425ad99e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1144 автотеста,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1144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1144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2026-10-15T22:30:08Z</dcterms:created>
  <dcterms:modified xsi:type="dcterms:W3CDTF">2026-10-15T22:30:08Z</dcterms:modified>
</cp:coreProperties>
</file>