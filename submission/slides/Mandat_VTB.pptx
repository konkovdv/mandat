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545041aa-0720-7ce6-eae2-9dd706a7673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498d4031-39dd-a765-5308-a722ac2428b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1028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1028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1028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1028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2026-10-15T19:22:31Z</dcterms:created>
  <dcterms:modified xsi:type="dcterms:W3CDTF">2026-10-15T19:22:31Z</dcterms:modified>
</cp:coreProperties>
</file>