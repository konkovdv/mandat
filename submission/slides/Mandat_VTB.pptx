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8174e5ea-008a-241f-3fbd-922cda51542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a57336c7-ba8e-c447-4746-f07861f76033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(16.10.2026,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1354 автотеста, evidence.json от 16.10.2026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1354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1354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1354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2026-10-16T04:27:52Z</dcterms:created>
  <dcterms:modified xsi:type="dcterms:W3CDTF">2026-10-16T04:27:52Z</dcterms:modified>
</cp:coreProperties>
</file>