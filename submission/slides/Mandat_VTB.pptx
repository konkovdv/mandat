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4e561cc6-e9d1-2381-4ccb-6134dcd699e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fedce28e-a3a2-10e0-24c6-e5ad0d54a989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(14.10.2026,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762 автотеста, evidence.json от 14.10.2026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762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762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2026-10-14T08:49:54Z</dcterms:created>
  <dcterms:modified xsi:type="dcterms:W3CDTF">2026-10-14T08:49:54Z</dcterms:modified>
</cp:coreProperties>
</file>