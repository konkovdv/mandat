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33e74e2e-95ad-77ee-71cf-24ab4cc09bc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7739d56b-cf73-72d4-1420-6eefa2c863f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731 автотест,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731 автотест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 автотест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2026-10-14T08:11:41Z</dcterms:created>
  <dcterms:modified xsi:type="dcterms:W3CDTF">2026-10-14T08:11:41Z</dcterms:modified>
</cp:coreProperties>
</file>