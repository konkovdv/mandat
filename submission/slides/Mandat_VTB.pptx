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a9219409-316c-49ef-ba47-e716a756a31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2a89f822-9bc9-6891-0459-870cdbc324e8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993 автотеста,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993 автотеста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993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993 автотеста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2026-10-15T17:09:49Z</dcterms:created>
  <dcterms:modified xsi:type="dcterms:W3CDTF">2026-10-15T17:09:49Z</dcterms:modified>
</cp:coreProperties>
</file>