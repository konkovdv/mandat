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20cc72ab-383c-1feb-af12-5e36b43830c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e1128119-9ea1-144d-aa70-9ecc617337e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1348 автотестов,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1348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1348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1348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2026-10-16T04:55:00Z</dcterms:created>
  <dcterms:modified xsi:type="dcterms:W3CDTF">2026-10-16T04:55:00Z</dcterms:modified>
</cp:coreProperties>
</file>