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933b954e-ddb8-2f06-01da-2255d5dd50b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b72bf813-f76e-a0c6-e4ed-4bc79e6d3a9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1253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1253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1253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1253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2026-10-16T02:16:15Z</dcterms:created>
  <dcterms:modified xsi:type="dcterms:W3CDTF">2026-10-16T02:16:15Z</dcterms:modified>
</cp:coreProperties>
</file>